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10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pa Fofana" userId="a74075bb8bc3c3d7" providerId="LiveId" clId="{9E58D3D9-2AB9-4FB7-8DA8-C7E0A4C88479}"/>
    <pc:docChg chg="undo custSel modSld">
      <pc:chgData name="Papa Fofana" userId="a74075bb8bc3c3d7" providerId="LiveId" clId="{9E58D3D9-2AB9-4FB7-8DA8-C7E0A4C88479}" dt="2026-07-06T11:09:54.790" v="130" actId="1076"/>
      <pc:docMkLst>
        <pc:docMk/>
      </pc:docMkLst>
      <pc:sldChg chg="modSp mod">
        <pc:chgData name="Papa Fofana" userId="a74075bb8bc3c3d7" providerId="LiveId" clId="{9E58D3D9-2AB9-4FB7-8DA8-C7E0A4C88479}" dt="2026-07-06T11:09:54.790" v="130" actId="1076"/>
        <pc:sldMkLst>
          <pc:docMk/>
          <pc:sldMk cId="0" sldId="256"/>
        </pc:sldMkLst>
        <pc:spChg chg="mod">
          <ac:chgData name="Papa Fofana" userId="a74075bb8bc3c3d7" providerId="LiveId" clId="{9E58D3D9-2AB9-4FB7-8DA8-C7E0A4C88479}" dt="2026-07-06T11:09:30.652" v="127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Papa Fofana" userId="a74075bb8bc3c3d7" providerId="LiveId" clId="{9E58D3D9-2AB9-4FB7-8DA8-C7E0A4C88479}" dt="2026-07-06T10:58:01.898" v="117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apa Fofana" userId="a74075bb8bc3c3d7" providerId="LiveId" clId="{9E58D3D9-2AB9-4FB7-8DA8-C7E0A4C88479}" dt="2026-07-06T10:57:48.345" v="116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apa Fofana" userId="a74075bb8bc3c3d7" providerId="LiveId" clId="{9E58D3D9-2AB9-4FB7-8DA8-C7E0A4C88479}" dt="2026-07-06T11:00:16.767" v="122" actId="14100"/>
          <ac:spMkLst>
            <pc:docMk/>
            <pc:sldMk cId="0" sldId="256"/>
            <ac:spMk id="25" creationId="{00000000-0000-0000-0000-000000000000}"/>
          </ac:spMkLst>
        </pc:spChg>
        <pc:spChg chg="mod">
          <ac:chgData name="Papa Fofana" userId="a74075bb8bc3c3d7" providerId="LiveId" clId="{9E58D3D9-2AB9-4FB7-8DA8-C7E0A4C88479}" dt="2026-07-06T10:57:44.206" v="115" actId="14100"/>
          <ac:spMkLst>
            <pc:docMk/>
            <pc:sldMk cId="0" sldId="256"/>
            <ac:spMk id="27" creationId="{00000000-0000-0000-0000-000000000000}"/>
          </ac:spMkLst>
        </pc:spChg>
        <pc:spChg chg="mod">
          <ac:chgData name="Papa Fofana" userId="a74075bb8bc3c3d7" providerId="LiveId" clId="{9E58D3D9-2AB9-4FB7-8DA8-C7E0A4C88479}" dt="2026-07-06T10:45:31.069" v="77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Papa Fofana" userId="a74075bb8bc3c3d7" providerId="LiveId" clId="{9E58D3D9-2AB9-4FB7-8DA8-C7E0A4C88479}" dt="2026-07-06T10:52:32.325" v="112" actId="20577"/>
          <ac:spMkLst>
            <pc:docMk/>
            <pc:sldMk cId="0" sldId="256"/>
            <ac:spMk id="29" creationId="{00000000-0000-0000-0000-000000000000}"/>
          </ac:spMkLst>
        </pc:spChg>
        <pc:picChg chg="mod">
          <ac:chgData name="Papa Fofana" userId="a74075bb8bc3c3d7" providerId="LiveId" clId="{9E58D3D9-2AB9-4FB7-8DA8-C7E0A4C88479}" dt="2026-07-06T11:09:54.790" v="130" actId="1076"/>
          <ac:picMkLst>
            <pc:docMk/>
            <pc:sldMk cId="0" sldId="256"/>
            <ac:picMk id="23" creationId="{00000000-0000-0000-0000-000000000000}"/>
          </ac:picMkLst>
        </pc:picChg>
      </pc:sldChg>
      <pc:sldChg chg="modSp mod">
        <pc:chgData name="Papa Fofana" userId="a74075bb8bc3c3d7" providerId="LiveId" clId="{9E58D3D9-2AB9-4FB7-8DA8-C7E0A4C88479}" dt="2026-07-06T10:47:10.392" v="91" actId="1076"/>
        <pc:sldMkLst>
          <pc:docMk/>
          <pc:sldMk cId="0" sldId="257"/>
        </pc:sldMkLst>
        <pc:picChg chg="mod">
          <ac:chgData name="Papa Fofana" userId="a74075bb8bc3c3d7" providerId="LiveId" clId="{9E58D3D9-2AB9-4FB7-8DA8-C7E0A4C88479}" dt="2026-07-06T10:47:10.392" v="91" actId="1076"/>
          <ac:picMkLst>
            <pc:docMk/>
            <pc:sldMk cId="0" sldId="257"/>
            <ac:picMk id="10" creationId="{00000000-0000-0000-0000-000000000000}"/>
          </ac:picMkLst>
        </pc:picChg>
      </pc:sldChg>
      <pc:sldChg chg="modSp mod">
        <pc:chgData name="Papa Fofana" userId="a74075bb8bc3c3d7" providerId="LiveId" clId="{9E58D3D9-2AB9-4FB7-8DA8-C7E0A4C88479}" dt="2026-07-06T10:47:32.763" v="94" actId="1076"/>
        <pc:sldMkLst>
          <pc:docMk/>
          <pc:sldMk cId="0" sldId="258"/>
        </pc:sldMkLst>
        <pc:spChg chg="mod">
          <ac:chgData name="Papa Fofana" userId="a74075bb8bc3c3d7" providerId="LiveId" clId="{9E58D3D9-2AB9-4FB7-8DA8-C7E0A4C88479}" dt="2026-07-06T10:40:02.114" v="10" actId="20577"/>
          <ac:spMkLst>
            <pc:docMk/>
            <pc:sldMk cId="0" sldId="258"/>
            <ac:spMk id="16" creationId="{00000000-0000-0000-0000-000000000000}"/>
          </ac:spMkLst>
        </pc:spChg>
        <pc:picChg chg="mod">
          <ac:chgData name="Papa Fofana" userId="a74075bb8bc3c3d7" providerId="LiveId" clId="{9E58D3D9-2AB9-4FB7-8DA8-C7E0A4C88479}" dt="2026-07-06T10:47:32.763" v="94" actId="1076"/>
          <ac:picMkLst>
            <pc:docMk/>
            <pc:sldMk cId="0" sldId="258"/>
            <ac:picMk id="10" creationId="{00000000-0000-0000-0000-000000000000}"/>
          </ac:picMkLst>
        </pc:picChg>
      </pc:sldChg>
      <pc:sldChg chg="modSp mod">
        <pc:chgData name="Papa Fofana" userId="a74075bb8bc3c3d7" providerId="LiveId" clId="{9E58D3D9-2AB9-4FB7-8DA8-C7E0A4C88479}" dt="2026-07-06T10:47:52.396" v="97" actId="1076"/>
        <pc:sldMkLst>
          <pc:docMk/>
          <pc:sldMk cId="0" sldId="259"/>
        </pc:sldMkLst>
        <pc:picChg chg="mod">
          <ac:chgData name="Papa Fofana" userId="a74075bb8bc3c3d7" providerId="LiveId" clId="{9E58D3D9-2AB9-4FB7-8DA8-C7E0A4C88479}" dt="2026-07-06T10:47:52.396" v="97" actId="1076"/>
          <ac:picMkLst>
            <pc:docMk/>
            <pc:sldMk cId="0" sldId="259"/>
            <ac:picMk id="10" creationId="{00000000-0000-0000-0000-000000000000}"/>
          </ac:picMkLst>
        </pc:picChg>
      </pc:sldChg>
      <pc:sldChg chg="modSp mod">
        <pc:chgData name="Papa Fofana" userId="a74075bb8bc3c3d7" providerId="LiveId" clId="{9E58D3D9-2AB9-4FB7-8DA8-C7E0A4C88479}" dt="2026-07-06T10:48:04.591" v="99" actId="14100"/>
        <pc:sldMkLst>
          <pc:docMk/>
          <pc:sldMk cId="0" sldId="260"/>
        </pc:sldMkLst>
        <pc:picChg chg="mod">
          <ac:chgData name="Papa Fofana" userId="a74075bb8bc3c3d7" providerId="LiveId" clId="{9E58D3D9-2AB9-4FB7-8DA8-C7E0A4C88479}" dt="2026-07-06T10:48:04.591" v="99" actId="14100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Papa Fofana" userId="a74075bb8bc3c3d7" providerId="LiveId" clId="{9E58D3D9-2AB9-4FB7-8DA8-C7E0A4C88479}" dt="2026-07-06T10:48:24.031" v="100" actId="1076"/>
        <pc:sldMkLst>
          <pc:docMk/>
          <pc:sldMk cId="0" sldId="261"/>
        </pc:sldMkLst>
        <pc:picChg chg="mod">
          <ac:chgData name="Papa Fofana" userId="a74075bb8bc3c3d7" providerId="LiveId" clId="{9E58D3D9-2AB9-4FB7-8DA8-C7E0A4C88479}" dt="2026-07-06T10:48:24.031" v="100" actId="1076"/>
          <ac:picMkLst>
            <pc:docMk/>
            <pc:sldMk cId="0" sldId="261"/>
            <ac:picMk id="10" creationId="{00000000-0000-0000-0000-000000000000}"/>
          </ac:picMkLst>
        </pc:picChg>
      </pc:sldChg>
      <pc:sldChg chg="modSp mod">
        <pc:chgData name="Papa Fofana" userId="a74075bb8bc3c3d7" providerId="LiveId" clId="{9E58D3D9-2AB9-4FB7-8DA8-C7E0A4C88479}" dt="2026-07-06T10:48:48.119" v="103" actId="14100"/>
        <pc:sldMkLst>
          <pc:docMk/>
          <pc:sldMk cId="0" sldId="262"/>
        </pc:sldMkLst>
        <pc:picChg chg="mod">
          <ac:chgData name="Papa Fofana" userId="a74075bb8bc3c3d7" providerId="LiveId" clId="{9E58D3D9-2AB9-4FB7-8DA8-C7E0A4C88479}" dt="2026-07-06T10:48:48.119" v="103" actId="14100"/>
          <ac:picMkLst>
            <pc:docMk/>
            <pc:sldMk cId="0" sldId="262"/>
            <ac:picMk id="1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66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3021178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26771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13716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1828800" y="457200"/>
            <a:ext cx="7315200" cy="3657600"/>
          </a:xfrm>
          <a:prstGeom prst="ellipse">
            <a:avLst/>
          </a:prstGeom>
          <a:solidFill>
            <a:srgbClr val="F4001A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0"/>
            <a:ext cx="2743200" cy="13716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0"/>
            <a:ext cx="1371600" cy="1828800"/>
          </a:xfrm>
          <a:prstGeom prst="rect">
            <a:avLst/>
          </a:prstGeom>
          <a:solidFill>
            <a:srgbClr val="F4001A">
              <a:alpha val="30000"/>
            </a:srgbClr>
          </a:solidFill>
          <a:ln/>
        </p:spPr>
      </p:sp>
      <p:pic>
        <p:nvPicPr>
          <p:cNvPr id="23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049" y="-228600"/>
            <a:ext cx="6559906" cy="381761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57200" y="2377440"/>
            <a:ext cx="411480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2606039"/>
            <a:ext cx="8229600" cy="5989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F4001A"/>
                </a:solidFill>
                <a:latin typeface="Bahnschrift SemiBold SemiConden" panose="020B0502040204020203" pitchFamily="34" charset="0"/>
                <a:ea typeface="Arial" pitchFamily="34" charset="-122"/>
                <a:cs typeface="Arial" pitchFamily="34" charset="-120"/>
              </a:rPr>
              <a:t>APPLICATION DE RESERVATION DE BILLETS DE CINEMA</a:t>
            </a:r>
            <a:endParaRPr lang="en-US" sz="1800" dirty="0">
              <a:latin typeface="Bahnschrift SemiBold SemiConden" panose="020B0502040204020203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L'experience cinema redifinie pour l'ere digitale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3840480"/>
            <a:ext cx="54864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| TypeScript | NestJS | MySQL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TECHNIQUE  //  PROJET FRONTEND &amp; BACKEND  // GROUPE 5 // UNIPRO 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9" name="Shape 7"/>
          <p:cNvSpPr/>
          <p:nvPr/>
        </p:nvSpPr>
        <p:spPr>
          <a:xfrm>
            <a:off x="-914400" y="457200"/>
            <a:ext cx="2743200" cy="4572000"/>
          </a:xfrm>
          <a:prstGeom prst="ellipse">
            <a:avLst/>
          </a:prstGeom>
          <a:solidFill>
            <a:srgbClr val="F4001A">
              <a:alpha val="5000"/>
            </a:srgbClr>
          </a:solidFill>
          <a:ln/>
        </p:spPr>
      </p:sp>
      <p:pic>
        <p:nvPicPr>
          <p:cNvPr id="10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3446"/>
            <a:ext cx="2286000" cy="145389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005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 SOMMAIRE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457200" y="1554480"/>
            <a:ext cx="1828800" cy="36576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1828800"/>
            <a:ext cx="64008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1828800"/>
            <a:ext cx="54864" cy="5486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19019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Frontend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212140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19, TypeScript, Vite, TailwindCSS, Framer Motion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450592"/>
            <a:ext cx="64008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" y="2450592"/>
            <a:ext cx="54864" cy="5486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252374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80160" y="2496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Backend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27432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NestJS, TypeORM, MySQL - API REST performante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072384"/>
            <a:ext cx="64008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3072384"/>
            <a:ext cx="54864" cy="5486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14553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280160" y="31181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Projet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280160" y="336499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MVC, separation concerns, scalabilite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3694176"/>
            <a:ext cx="64008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694176"/>
            <a:ext cx="54864" cy="5486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37673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280160" y="3739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UI/UX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80160" y="3986784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moderne, animations fluides, experience optimale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7200" y="4315968"/>
            <a:ext cx="64008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Shape 31"/>
          <p:cNvSpPr/>
          <p:nvPr/>
        </p:nvSpPr>
        <p:spPr>
          <a:xfrm>
            <a:off x="457200" y="4315968"/>
            <a:ext cx="54864" cy="5486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35" name="Text 32"/>
          <p:cNvSpPr/>
          <p:nvPr/>
        </p:nvSpPr>
        <p:spPr>
          <a:xfrm>
            <a:off x="640080" y="43891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280160" y="4361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280160" y="460857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Recapitulatif et perspectives d'evolution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315200" y="457200"/>
            <a:ext cx="1645920" cy="41148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9" name="Shape 36"/>
          <p:cNvSpPr/>
          <p:nvPr/>
        </p:nvSpPr>
        <p:spPr>
          <a:xfrm>
            <a:off x="7315200" y="457200"/>
            <a:ext cx="1645920" cy="914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40" name="Shape 37"/>
          <p:cNvSpPr/>
          <p:nvPr/>
        </p:nvSpPr>
        <p:spPr>
          <a:xfrm>
            <a:off x="7589520" y="1371600"/>
            <a:ext cx="1097280" cy="36576"/>
          </a:xfrm>
          <a:prstGeom prst="rect">
            <a:avLst/>
          </a:prstGeom>
          <a:solidFill>
            <a:srgbClr val="F4001A">
              <a:alpha val="5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589520" y="1645920"/>
            <a:ext cx="731520" cy="36576"/>
          </a:xfrm>
          <a:prstGeom prst="rect">
            <a:avLst/>
          </a:prstGeom>
          <a:solidFill>
            <a:srgbClr val="F4001A">
              <a:alpha val="3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7589520" y="1920240"/>
            <a:ext cx="914400" cy="36576"/>
          </a:xfrm>
          <a:prstGeom prst="rect">
            <a:avLst/>
          </a:prstGeom>
          <a:solidFill>
            <a:srgbClr val="F4001A">
              <a:alpha val="4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9" name="Shape 7"/>
          <p:cNvSpPr/>
          <p:nvPr/>
        </p:nvSpPr>
        <p:spPr>
          <a:xfrm>
            <a:off x="-1828800" y="457200"/>
            <a:ext cx="4572000" cy="4572000"/>
          </a:xfrm>
          <a:prstGeom prst="ellipse">
            <a:avLst/>
          </a:prstGeom>
          <a:solidFill>
            <a:srgbClr val="F4001A">
              <a:alpha val="6000"/>
            </a:srgbClr>
          </a:solidFill>
          <a:ln/>
        </p:spPr>
      </p:sp>
      <p:pic>
        <p:nvPicPr>
          <p:cNvPr id="10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" y="-73152"/>
            <a:ext cx="2011680" cy="11978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//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FRONTEND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frontend de SENEFLIX est construit avec les technologies les plus modernes du marche pour offrir une experience utilisateur exceptionnelle.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828800"/>
            <a:ext cx="2651760" cy="12801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828800"/>
            <a:ext cx="265176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468880" y="2011680"/>
            <a:ext cx="502920" cy="201168"/>
          </a:xfrm>
          <a:prstGeom prst="rect">
            <a:avLst/>
          </a:prstGeom>
          <a:solidFill>
            <a:srgbClr val="F4001A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468880" y="20116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v19.2.4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94360" y="2331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UI reactif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Derniere version avec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concurrency native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91840" y="1828800"/>
            <a:ext cx="2651760" cy="12801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1840" y="1828800"/>
            <a:ext cx="265176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2" name="Text 19"/>
          <p:cNvSpPr/>
          <p:nvPr/>
        </p:nvSpPr>
        <p:spPr>
          <a:xfrm>
            <a:off x="34290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303520" y="2011680"/>
            <a:ext cx="502920" cy="201168"/>
          </a:xfrm>
          <a:prstGeom prst="rect">
            <a:avLst/>
          </a:prstGeom>
          <a:solidFill>
            <a:srgbClr val="F4001A">
              <a:alpha val="2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303520" y="20116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v5.9.3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429000" y="2331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Typage statique avance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plus fiable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Meilleure DX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126480" y="1828800"/>
            <a:ext cx="2651760" cy="12801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1828800"/>
            <a:ext cx="265176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138160" y="2011680"/>
            <a:ext cx="502920" cy="201168"/>
          </a:xfrm>
          <a:prstGeom prst="rect">
            <a:avLst/>
          </a:prstGeom>
          <a:solidFill>
            <a:srgbClr val="F4001A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138160" y="20116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v8.0.1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263640" y="2331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tool ultra-rapide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HMR instantane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experience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3246120"/>
            <a:ext cx="2651760" cy="12801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" y="3246120"/>
            <a:ext cx="265176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34" name="Text 31"/>
          <p:cNvSpPr/>
          <p:nvPr/>
        </p:nvSpPr>
        <p:spPr>
          <a:xfrm>
            <a:off x="59436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2468880" y="3429000"/>
            <a:ext cx="502920" cy="201168"/>
          </a:xfrm>
          <a:prstGeom prst="rect">
            <a:avLst/>
          </a:prstGeom>
          <a:solidFill>
            <a:srgbClr val="F4001A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2468880" y="34290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v4.2.2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9436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utility-first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system complet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Responsive design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291840" y="3246120"/>
            <a:ext cx="2651760" cy="12801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91840" y="3246120"/>
            <a:ext cx="265176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40" name="Text 37"/>
          <p:cNvSpPr/>
          <p:nvPr/>
        </p:nvSpPr>
        <p:spPr>
          <a:xfrm>
            <a:off x="342900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5303520" y="3429000"/>
            <a:ext cx="502920" cy="201168"/>
          </a:xfrm>
          <a:prstGeom prst="rect">
            <a:avLst/>
          </a:prstGeom>
          <a:solidFill>
            <a:srgbClr val="F4001A">
              <a:alpha val="2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5303520" y="34290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v12.38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42900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Animations declaratives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Gestures complexes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Transitions fluides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126480" y="3246120"/>
            <a:ext cx="2651760" cy="12801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26480" y="3246120"/>
            <a:ext cx="265176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46" name="Text 43"/>
          <p:cNvSpPr/>
          <p:nvPr/>
        </p:nvSpPr>
        <p:spPr>
          <a:xfrm>
            <a:off x="626364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8138160" y="3429000"/>
            <a:ext cx="502920" cy="201168"/>
          </a:xfrm>
          <a:prstGeom prst="rect">
            <a:avLst/>
          </a:prstGeom>
          <a:solidFill>
            <a:srgbClr val="F4001A">
              <a:alpha val="2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8138160" y="34290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v3.8.1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6263640" y="3749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Bibliotheque graphiques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SVG optimises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viz moderne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0"/>
            <a:ext cx="4572000" cy="4572000"/>
          </a:xfrm>
          <a:prstGeom prst="ellipse">
            <a:avLst/>
          </a:prstGeom>
          <a:solidFill>
            <a:srgbClr val="F4001A">
              <a:alpha val="5000"/>
            </a:srgbClr>
          </a:solidFill>
          <a:ln/>
        </p:spPr>
      </p:sp>
      <p:pic>
        <p:nvPicPr>
          <p:cNvPr id="10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97" y="-49531"/>
            <a:ext cx="1996263" cy="12153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//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FRONTEND DETAILLE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508760"/>
            <a:ext cx="3931920" cy="173736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1508760"/>
            <a:ext cx="3931920" cy="4572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CORE TECHNOLOGIES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19659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19 - Interface utilisateur reactive avec hooks et composants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- Typage statique pour un code plus securise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- Outil de build avec hot module replacement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Router DOM - Navigation declarative et routes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1508760"/>
            <a:ext cx="3931920" cy="173736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18" name="Shape 15"/>
          <p:cNvSpPr/>
          <p:nvPr/>
        </p:nvSpPr>
        <p:spPr>
          <a:xfrm>
            <a:off x="4754880" y="1508760"/>
            <a:ext cx="3931920" cy="4572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UI / UX STACK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92040" y="19659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TailwindCSS - Framework CSS utility-first pour design rapide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Framer Motion - Animations declaratives et gestures avancees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Lucide React - Iconographie moderne et personnalisable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Merge - Optimisation des classes CSS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3383280"/>
            <a:ext cx="73152" cy="14630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BIBLIOTHEQUES SPECIALISEES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5800" y="384048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 - Visualisation de donnees performante et personnalisable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JSPDF - Generation de documents PDF pour les tickets de cinema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QRCode React - Creation de codes QR uniques pour chaque reservation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Client - Integration backend pour authentification et stockage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Hook Form - Gestion des formulaires avec validation optimale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4001A">
              <a:alpha val="6000"/>
            </a:srgbClr>
          </a:solidFill>
          <a:ln/>
        </p:spPr>
      </p:sp>
      <p:pic>
        <p:nvPicPr>
          <p:cNvPr id="10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249" y="-38864"/>
            <a:ext cx="2284070" cy="122757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//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BACKEND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backend de SENEFLIX repose sur une architecture server-side robuste construite avec NestJS et TypeORM.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828800"/>
            <a:ext cx="91440" cy="118872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NESTJS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2286000" y="2029968"/>
            <a:ext cx="731520" cy="201168"/>
          </a:xfrm>
          <a:prstGeom prst="rect">
            <a:avLst/>
          </a:prstGeom>
          <a:solidFill>
            <a:srgbClr val="F4001A">
              <a:alpha val="3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20299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v10+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1520" y="2331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Node.js progressif permettant de construire des applications server-side escalables et maintenables. NestJS utilise TypeScript natif et propose une architecture modulaire inspiree d'Angular avec l'injection de dependances.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200400"/>
            <a:ext cx="3931920" cy="146304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3200400"/>
            <a:ext cx="73152" cy="14630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5800" y="3703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donnees relationnelle performante pour stocker et gerer les donnees utilisateur, films, seances et reservations avec integrite referentielle et transactions ACID.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25" name="Shape 22"/>
          <p:cNvSpPr/>
          <p:nvPr/>
        </p:nvSpPr>
        <p:spPr>
          <a:xfrm>
            <a:off x="4754880" y="3200400"/>
            <a:ext cx="73152" cy="14630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6" name="Text 23"/>
          <p:cNvSpPr/>
          <p:nvPr/>
        </p:nvSpPr>
        <p:spPr>
          <a:xfrm>
            <a:off x="498348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TYPEORM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983480" y="3703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 moderne permettant d'interagir avec la base de donnees MySQL de maniere typee et maintenable. Supporte les migrations, les relations et les validations de donnees.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9" name="Shape 7"/>
          <p:cNvSpPr/>
          <p:nvPr/>
        </p:nvSpPr>
        <p:spPr>
          <a:xfrm>
            <a:off x="-1828800" y="0"/>
            <a:ext cx="3657600" cy="3657600"/>
          </a:xfrm>
          <a:prstGeom prst="ellipse">
            <a:avLst/>
          </a:prstGeom>
          <a:solidFill>
            <a:srgbClr val="F4001A">
              <a:alpha val="5000"/>
            </a:srgbClr>
          </a:solidFill>
          <a:ln/>
        </p:spPr>
      </p:sp>
      <p:pic>
        <p:nvPicPr>
          <p:cNvPr id="10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2" y="-64006"/>
            <a:ext cx="2227478" cy="113385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//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DU PROJET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57200" y="1463040"/>
            <a:ext cx="2011680" cy="82296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+ Vite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60320" y="1828800"/>
            <a:ext cx="548640" cy="27432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7" name="Text 14"/>
          <p:cNvSpPr/>
          <p:nvPr/>
        </p:nvSpPr>
        <p:spPr>
          <a:xfrm>
            <a:off x="2560320" y="1600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200400" y="1463040"/>
            <a:ext cx="2194560" cy="822960"/>
          </a:xfrm>
          <a:prstGeom prst="rect">
            <a:avLst/>
          </a:prstGeom>
          <a:solidFill>
            <a:srgbClr val="0F0F0F"/>
          </a:solidFill>
          <a:ln w="12700">
            <a:solidFill>
              <a:srgbClr val="F400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SERVER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20040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NestJS + TypeORM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0" y="1828800"/>
            <a:ext cx="548640" cy="27432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0" y="1600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126480" y="1463040"/>
            <a:ext cx="2560320" cy="822960"/>
          </a:xfrm>
          <a:prstGeom prst="rect">
            <a:avLst/>
          </a:prstGeom>
          <a:solidFill>
            <a:srgbClr val="0F0F0F"/>
          </a:solidFill>
          <a:ln w="12700">
            <a:solidFill>
              <a:srgbClr val="F400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12648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FONCTIONNALITES PRINCIPALES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2743200"/>
            <a:ext cx="82296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2880360"/>
            <a:ext cx="2743200" cy="164592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2880360"/>
            <a:ext cx="2743200" cy="4572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9992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436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Inscription utilisateur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Connexion securisee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Access Tokens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 Tokens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291840" y="2880360"/>
            <a:ext cx="2743200" cy="164592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3" name="Shape 30"/>
          <p:cNvSpPr/>
          <p:nvPr/>
        </p:nvSpPr>
        <p:spPr>
          <a:xfrm>
            <a:off x="3291840" y="2880360"/>
            <a:ext cx="2743200" cy="4572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34" name="Text 31"/>
          <p:cNvSpPr/>
          <p:nvPr/>
        </p:nvSpPr>
        <p:spPr>
          <a:xfrm>
            <a:off x="3429000" y="29992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FILMS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42900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 films a l'affiche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 et synopsis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Horaires des seances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Filtres et recherche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126480" y="2880360"/>
            <a:ext cx="2743200" cy="164592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7" name="Shape 34"/>
          <p:cNvSpPr/>
          <p:nvPr/>
        </p:nvSpPr>
        <p:spPr>
          <a:xfrm>
            <a:off x="6126480" y="2880360"/>
            <a:ext cx="2743200" cy="4572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38" name="Text 35"/>
          <p:cNvSpPr/>
          <p:nvPr/>
        </p:nvSpPr>
        <p:spPr>
          <a:xfrm>
            <a:off x="6263640" y="29992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26364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 places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Panier d'achat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 PDF + QR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212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F4001A">
              <a:alpha val="5000"/>
            </a:srgbClr>
          </a:solidFill>
          <a:ln/>
        </p:spPr>
      </p:sp>
      <p:pic>
        <p:nvPicPr>
          <p:cNvPr id="10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" y="-105616"/>
            <a:ext cx="2011680" cy="13400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//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&amp; UI/UX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1508760"/>
            <a:ext cx="2697480" cy="155448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1508760"/>
            <a:ext cx="269748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1645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" y="1965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MINIMALISTE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22860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epuree mettant en valeur le contenu. Espace blanc strategique pour guider l'attention.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91840" y="1508760"/>
            <a:ext cx="2697480" cy="155448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19" name="Shape 16"/>
          <p:cNvSpPr/>
          <p:nvPr/>
        </p:nvSpPr>
        <p:spPr>
          <a:xfrm>
            <a:off x="3291840" y="1508760"/>
            <a:ext cx="269748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0" name="Text 17"/>
          <p:cNvSpPr/>
          <p:nvPr/>
        </p:nvSpPr>
        <p:spPr>
          <a:xfrm>
            <a:off x="3429000" y="1645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/&gt;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429000" y="1965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29000" y="22860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Esthetique contemporaine avec couleurs profondes et accents vibrants. Typographie audacieuse.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26480" y="1508760"/>
            <a:ext cx="2697480" cy="155448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24" name="Shape 21"/>
          <p:cNvSpPr/>
          <p:nvPr/>
        </p:nvSpPr>
        <p:spPr>
          <a:xfrm>
            <a:off x="6126480" y="1508760"/>
            <a:ext cx="2697480" cy="54864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640" y="1645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63640" y="1965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INTUITIF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63640" y="22860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 naturelle et parcours utilisateur optimise. Accessibilite au coeur du design.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246120"/>
            <a:ext cx="91440" cy="155448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ANIMATIONS &amp; INTERACTIONS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5800" y="370332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Transitions de pages fluides avec Framer Motion pour une navigation smoother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Effets de survol sur les cartes de films avec zoom subtil et changement de couleur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Animations d'apparition progressive du contenu (fade-in, slide-up) pour guider le regard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visuel instantane lors des clics et interactions utilisateur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Chargement skeleton pour une perception de rapidite pendant les appels API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Animations de validation pour confirmer les actions utilisateur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515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2743200" y="-914400"/>
            <a:ext cx="7315200" cy="7315200"/>
          </a:xfrm>
          <a:prstGeom prst="ellipse">
            <a:avLst/>
          </a:prstGeom>
          <a:solidFill>
            <a:srgbClr val="F4001A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0"/>
            <a:ext cx="1828800" cy="73152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0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57200" y="1143000"/>
            <a:ext cx="2286000" cy="45720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371600"/>
            <a:ext cx="8229600" cy="7132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371600"/>
            <a:ext cx="73152" cy="713232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14447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Technologique Moderne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173736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et NestJS forment une pile complete et performante avec typage TypeScript.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176272"/>
            <a:ext cx="8229600" cy="7132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176272"/>
            <a:ext cx="73152" cy="713232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2677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224942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Scalable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254203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Separation nette entre client et serveur. API REST bien structuree.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80944"/>
            <a:ext cx="8229600" cy="7132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980944"/>
            <a:ext cx="73152" cy="713232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0723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305409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Utilisateur Optimale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334670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futuriste et intuitive avec animations fluides via Framer Motion.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785616"/>
            <a:ext cx="8229600" cy="7132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785616"/>
            <a:ext cx="73152" cy="713232"/>
          </a:xfrm>
          <a:prstGeom prst="rect">
            <a:avLst/>
          </a:prstGeom>
          <a:solidFill>
            <a:srgbClr val="F4001A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8770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00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38587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Fonctionnalites Avancees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4151376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 PDF et codes QR pour les tickets. Authentification securisee.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F4001A"/>
          </a:solidFill>
          <a:ln/>
        </p:spPr>
      </p:sp>
      <p:pic>
        <p:nvPicPr>
          <p:cNvPr id="36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63440"/>
            <a:ext cx="1828800" cy="4114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743200" y="4709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L'EXPERIENCE CINEMA DE DEMAIN // 2026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685</Words>
  <Application>Microsoft Office PowerPoint</Application>
  <PresentationFormat>Affichage à l'écran (16:9)</PresentationFormat>
  <Paragraphs>155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Bahnschrift SemiBold SemiConden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SENEFLIX - Presentation Technique</dc:title>
  <dc:subject>Technologies et Architecture</dc:subject>
  <dc:creator>SENEFLIX Team</dc:creator>
  <cp:lastModifiedBy>Papa Fofana</cp:lastModifiedBy>
  <cp:revision>1</cp:revision>
  <dcterms:created xsi:type="dcterms:W3CDTF">2026-07-06T10:30:56Z</dcterms:created>
  <dcterms:modified xsi:type="dcterms:W3CDTF">2026-07-06T11:10:02Z</dcterms:modified>
</cp:coreProperties>
</file>